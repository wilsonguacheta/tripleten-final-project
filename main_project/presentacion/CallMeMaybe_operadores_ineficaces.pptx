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1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</a:rPr>
              <a:t>CallMeMaybe: ¿quiénes son los operadores ineficaces?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8C6D9"/>
                </a:solidFill>
              </a:rPr>
              <a:t>Análisis del servicio de telefonía virtual  ·  agosto – noviembre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9BB3"/>
                </a:solidFill>
              </a:rPr>
              <a:t>Proyecto final de analítica de datos  ·  Caso principal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El encargo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CallMeMaybe quiere dar a los supervisores una función que señale a sus operadores menos eficaces.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Un operador sería ineficaz por tres señales: muchas llamadas entrantes perdidas, esperas largas y pocas llamadas salientes.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La pregunta de partida: ¿pueden medirse esas tres señales con los datos disponibles?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El punto de partida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53415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3415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806 709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295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llamadas analizadas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7783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7783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307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0663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organizaciones clientes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2151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2151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1 092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031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operadores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6519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6519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4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9399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de actividad registrada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</a:rPr>
              <a:t>01   El hallazgo que cambió el análisis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Más de la mitad de las llamadas entrantes se pierden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325880"/>
            <a:ext cx="9966960" cy="3150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Composición del tráfico. En las llamadas salientes, "perdida" significa que el destinatario no respondió, algo ajeno al operador.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Las llamadas perdidas no tienen dueño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solidFill>
            <a:srgbClr val="F2E4E4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44E52"/>
                </a:solidFill>
              </a:rPr>
              <a:t>El 99% de las llamadas perdidas no puede atribuirse a ninguna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60704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De las 104 323 llamadas entrantes perdidas, 103 397 no tienen ningún operador asignado.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Es coherente: una llamada perdida es, por definición, una llamada que nadie atendió.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Solo 926 llamadas perdidas son atribuibles, repartidas entre 239 operadores: una base demasiado escasa para un ranking.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Afecta a 305 de los 307 clientes, así que no es un problema de unas pocas organizaciones.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La consecuencia: dos niveles de análisis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NIVEL ORGANIZACIÓN — la pérdida de llamadas se analiza por cliente. Es un problema de cobertura, no de desempeño individual.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NIVEL OPERADOR — la evaluación personal se sostiene sobre lo que sí es atribuible: la espera en las llamadas que sí atiende y su volumen de llamadas salientes.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Construir el ranking sobre las llamadas perdidas habría producido un resultado que parece riguroso y no lo 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</a:rPr>
              <a:t>02   Qué operadores están fallando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Cada operador se compara solo con sus pares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325880"/>
            <a:ext cx="9966960" cy="3887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La distribución es claramente bimodal: hay operadores que solo reciben llamadas y otros que solo emiten. Comparar entre grupos distintos sería un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Los señalados son un grupo claramente distinto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325880"/>
            <a:ext cx="9966960" cy="3056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Esperan casi el doble por llamada y gestionan una fracción del volumen diario del resto, con la misma antigüedad en el servicio.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El resultado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53415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3415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295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operadores señalados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7783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7783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12,6%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0663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del total evaluado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2151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2151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031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clientes afectados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6519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6519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1,2%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9399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del volumen que gestionan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</a:rPr>
              <a:t>03   Lo que confirman las pruebas estadísticas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Quien más atiende es quien más hace esperar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596" y="1325880"/>
            <a:ext cx="8498502" cy="4160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Kruskal-Wallis p &lt; 0,001. Los tres perfiles difieren entre sí tras corregir por comparaciones múltiples. Apunta a saturación, no a falta de aptitud.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El plan contratado condiciona la calidad del servicio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596" y="1325880"/>
            <a:ext cx="8498502" cy="4160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Kruskal-Wallis p &lt; 0,001. Los clientes del plan B pierden significativamente más llamadas entrantes que los del plan 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Conclusiones y recomendaciones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</a:rPr>
              <a:t>La función pedida es viable, pero no resuelve el problema principal del servicio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60704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84048" indent="-384048" algn="l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1.  Registrar el operador —o la cola— también en las llamadas perdidas. Sin ese dato, la señal más importante seguirá siendo inmedible.</a:t>
            </a:r>
          </a:p>
          <a:p>
            <a:pPr marL="384048" indent="-384048" algn="l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2.  Añadir al panel del supervisor un indicador de cobertura por cliente, junto al ranking individual.</a:t>
            </a:r>
          </a:p>
          <a:p>
            <a:pPr marL="384048" indent="-384048" algn="l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3.  Revisar las condiciones del plan B, cuyos clientes pierden más llamadas.</a:t>
            </a:r>
          </a:p>
          <a:p>
            <a:pPr marL="384048" indent="-384048" algn="l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4.  Usar el ranking como lista corta de revisión, no como evaluación de desempeño.</a:t>
            </a:r>
          </a:p>
          <a:p>
            <a:pPr marL="384048" indent="-384048" algn="l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5.  Revisar el reparto de la carga de llamadas entrantes antes que el desempeño individual.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Limitaciones del análisis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El período cubre cuatro meses de 2019 y coincide con una fase de crecimiento de la base de clientes.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No se conoce el rol asignado a cada operador: el perfil se infiere del comportamiento observado.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El índice mide desempeño relativo dentro de cada perfil. Si un equipo entero funcionara mal, solo se señalaría a los peores de ese equipo.</a:t>
            </a:r>
          </a:p>
          <a:p>
            <a:pPr marL="320040" indent="-320040"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Los operadores salientes sin llamadas entrantes solo pueden evaluarse en una dimensión.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681</Words>
  <Application>Microsoft Office PowerPoint</Application>
  <PresentationFormat>Widescreen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Guacheta, Wilson</cp:lastModifiedBy>
  <cp:revision>1</cp:revision>
  <dcterms:created xsi:type="dcterms:W3CDTF">2013-01-27T09:14:16Z</dcterms:created>
  <dcterms:modified xsi:type="dcterms:W3CDTF">2026-09-01T05:25:16Z</dcterms:modified>
  <cp:category/>
</cp:coreProperties>
</file>