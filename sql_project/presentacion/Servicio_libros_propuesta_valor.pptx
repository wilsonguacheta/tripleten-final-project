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</a:rPr>
              <a:t>Un servicio para lectores: ¿dónde está la oportunidad?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B8C6D9"/>
                </a:solidFill>
              </a:rPr>
              <a:t>Análisis de la base de datos de libros, autores, calificaciones y reseñas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9BB3"/>
                </a:solidFill>
              </a:rPr>
              <a:t>Proyecto final de analítica de datos  ·  Caso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El encargo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La pandemia desplazó tiempo de ocio hacia la lectura y multiplicó las aplicaciones para lectores.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Se dispone de la base de datos de uno de los servicios que compiten en ese mercado.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El objetivo: fundamentar la propuesta de valor de un nuevo producto a partir de lo que los datos revelan.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base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3415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3415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1 000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295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libros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7783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7783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636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0663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autores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2151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6 456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031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calificaciones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6519" y="2103120"/>
            <a:ext cx="2651760" cy="2286000"/>
          </a:xfrm>
          <a:prstGeom prst="rect">
            <a:avLst/>
          </a:prstGeom>
          <a:solidFill>
            <a:srgbClr val="F4F6F9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6519" y="2514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4C72B0"/>
                </a:solidFill>
              </a:rPr>
              <a:t>2 793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520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5D66"/>
                </a:solidFill>
              </a:rPr>
              <a:t>reseñas escritas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01   Qué contiene el catálogo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Un catálogo contemporáneo, no un fondo histórico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48" y="1325880"/>
            <a:ext cx="9582998" cy="4160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819 de los 1 000 libros —el 82%— se publicaron después del año 2000, con el grueso concentrado en esa década.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Pocas reseñas y calificaciones uniformemente altas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325880"/>
            <a:ext cx="9966960" cy="3230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Ningún libro supera las siete reseñas. Las calificaciones se agolpan entre 4 y 5, de modo que apenas distinguen unos títulos de otros.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La oferta editorial está concentrada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827" y="1325880"/>
            <a:ext cx="847804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55D66"/>
                </a:solidFill>
              </a:rPr>
              <a:t>Penguin Books encabeza el catálogo y aparece además con su sello Penguin Classics: es el interlocutor prioritario, pero también una dependencia.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</a:rPr>
              <a:t>02   Quién genera el contenido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Un núcleo mínimo sostiene la 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solidFill>
            <a:srgbClr val="F2E4E4"/>
          </a:solidFill>
          <a:ln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44E52"/>
                </a:solidFill>
              </a:rPr>
              <a:t>El contenido que da valor al servicio lo produce un puñado de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60704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Solo 6 usuarios han calificado más de 50 libros.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Ese grupo escribe 24,3 reseñas de media, muy por encima del resto de la base.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Toda reseña lleva asociada una calificación, pero no al revés: escribir es el gesto costoso.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Solo 19 libros de 1 000 superan las 50 calificaciones.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Propuesta de valor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FFFF"/>
                </a:solidFill>
              </a:rPr>
              <a:t>El problema del mercado no es la falta de libros, sino la falta de criterio para elegirlos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60704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1.  Convertir la reseña en el eje del producto, no en un accesorio: pedirla al terminar un libro, en formatos breves y guiados.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2.  Cultivar y dar visibilidad al núcleo de usuarios prolíficos: su pérdida vaciaría el contenido del servicio.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3.  Recomendar por afinidad entre lectores, no por nota media, que con estas calificaciones no distingue casi nada.</a:t>
            </a:r>
          </a:p>
          <a:p>
            <a:pPr algn="l" marL="384048" indent="-384048"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555D66"/>
                </a:solidFill>
              </a:rPr>
              <a:t>4.  Vigilar la dependencia de un único grupo editorial en la negociación de contenidos.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554"/>
                </a:solidFill>
              </a:rPr>
              <a:t>Limitaciones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645920" cy="280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La base contiene 1 000 libros y una comunidad reducida: es una muestra del mercado, no el mercado completo.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No hay marcas temporales en calificaciones ni reseñas, de modo que no puede analizarse la evolución de la actividad.</a:t>
            </a:r>
          </a:p>
          <a:p>
            <a:pPr algn="l" marL="320040" indent="-320040">
              <a:lnSpc>
                <a:spcPct val="120000"/>
              </a:lnSpc>
              <a:spcAft>
                <a:spcPts val="1600"/>
              </a:spcAft>
            </a:pPr>
            <a:r>
              <a:rPr sz="1700" b="0">
                <a:solidFill>
                  <a:srgbClr val="555D66"/>
                </a:solidFill>
              </a:rPr>
              <a:t>•  No se dispone de datos de lectura ni de compra, solo de valoración.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