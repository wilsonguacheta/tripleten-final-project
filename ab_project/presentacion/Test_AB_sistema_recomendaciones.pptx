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</a:rPr>
              <a:t>¿Funciona el nuevo sistema de recomendaciones?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8C6D9"/>
                </a:solidFill>
              </a:rPr>
              <a:t>Evaluación de la prueba A/B recommender_system_test  ·  dic 2020 – ene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BB3"/>
                </a:solidFill>
              </a:rPr>
              <a:t>Proyecto final de analítica de datos  ·  Caso de test A/B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 situación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Se lanzó una prueba A/B para validar un sistema de recomendaciones mejorado.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equipo que la puso en marcha abandonó el proyecto y solo dejó la especificación técnica y los datos.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Se esperaba una mejora de al menos el 10% en cada etapa del embudo de compra.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La pregunta: ¿qué se puede concluir de esa prueba?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01   Primero: ¿es fiable la prueba?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 prueba incumple su propia especificación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solidFill>
            <a:srgbClr val="F2E4E4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44E52"/>
                </a:solidFill>
              </a:rPr>
              <a:t>Cinco de los seis parámetros declarados no se cumplen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60704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MUESTRA — 3 675 participantes frente a los 6 000 previstos.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REPARTO — el grupo A casi triplica al B, incompatible con una asignación aleatoria equilibrada.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AUDIENCIA — 194 participantes fuera de la región EU, cuando la prueba debía limitarse a ella.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AISLAMIENTO — 887 participantes están también en una segunda prueba simultánea.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OBSERVACIÓN — los datos terminan el 30 de diciembre; solo el 55% de los usuarios completa los 14 días exigidos.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Además, una campaña navideña se solapa con la prueba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325880"/>
            <a:ext cx="9966960" cy="3528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La promoción de Navidad afecta al comportamiento de compra justo en el tramo final de medición. El 25 de diciembre no hay ningún evento registrado.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02   Qué dicen los resultados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El grupo B no supera al A en ninguna etapa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325880"/>
            <a:ext cx="9966960" cy="3367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Frente al +10% esperado, todas las diferencias son negativas. El retroceso en product_page es estadísticamente significativo (p &lt; 0,001).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Pero hay algo más importante que el 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solidFill>
            <a:srgbClr val="F2E4E4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44E52"/>
                </a:solidFill>
              </a:rPr>
              <a:t>Aunque el sistema hubiera funcionado, la prueba lo habría pasado por alto 7 de cada 10 veces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60704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Para detectar una mejora del 10% en el carrito o en la compra harían falta unos 3 500 usuarios por grupo.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grupo B tuvo 655.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La potencia estadística alcanzada en esas etapas ronda el 30%, frente al 80% que se considera estándar.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tamaño previsto en la propia especificación —6 000 participantes— tampoco habría bastado.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 prueba en cifras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3415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3415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3:1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295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desequilibrio A vs 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7783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7783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−14%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0663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peor resultado de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2151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2151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potencia estadística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6519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6519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5 de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399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parámetros incumplidos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Recomendación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</a:rPr>
              <a:t>No adoptar el sistema, no descartarlo tampoco: repetir la prueba correctamente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60704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1.  Reclutar al menos 3 500 usuarios por grupo, el mínimo para detectar el efecto buscado.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2.  Verificar el equilibrio de la asignación antes de lanzar.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3.  Excluir a los usuarios inscritos en otras pruebas simultáneas.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4.  Filtrar la audiencia por región en el momento de asignar, no después.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5.  Mantener la recogida de datos 14 días más allá del cierre de admisiones.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6.  Evitar el solapamiento con campañas de marketing y auditar el registro del evento de carrito.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Por qué no basta con decir "no funciona"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único resultado sólido —el retroceso en product_page— justifica no desplegar el cambio tal como está.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Pero en las etapas que de verdad importan para el negocio, la prueba nunca tuvo capacidad de detectar nada.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Declarar que el sistema no funciona sería un error simétrico al de adoptarlo: ambas decisiones se apoyarían en evidencia que no las sostiene.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